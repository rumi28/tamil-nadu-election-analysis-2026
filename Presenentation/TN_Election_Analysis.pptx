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86410" autoAdjust="0"/>
  </p:normalViewPr>
  <p:slideViewPr>
    <p:cSldViewPr snapToGrid="0" snapToObjects="1">
      <p:cViewPr varScale="1">
        <p:scale>
          <a:sx n="82" d="100"/>
          <a:sy n="82" d="100"/>
        </p:scale>
        <p:origin x="59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EF280-4C12-4590-9287-2E401416FEE0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B3128-0C2B-4A7C-84DE-5DFF1ABA2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0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pivotTable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donutChart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treemap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clusteredBarChart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7091536-f4c6-49ee-b27f-8ef37c4fc774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7091536-f4c6-49ee-b27f-8ef37c4fc774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7091536-f4c6-49ee-b27f-8ef37c4fc774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47091536-f4c6-49ee-b27f-8ef37c4fc774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 ,textbox ,textbox ,textbox ,textbox ,textbox ,actionButton ,actionButton ,actionButton ,image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59728" cy="6937404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Visual ,pivotTable ,textbox ,donutChart ,cardVisual ,cardVisual ,cardVisual ,actionButton ,actionButton ,actionButton ,actionButton ,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lusteredBarChart ,treemap ,textbox ,clusteredBarChart ,textbox ,actionButton ,actionButton ,actionButton ,actionButton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Game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ableEx ,textbox ,textbox ,textbox ,actionButton ,actionButton ,actionButton ,actionButton ,tableE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Flip 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212</Words>
  <Application>Microsoft Office PowerPoint</Application>
  <PresentationFormat>Widescreen</PresentationFormat>
  <Paragraphs>123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Custom Design</vt:lpstr>
      <vt:lpstr>Home</vt:lpstr>
      <vt:lpstr>Big Picture</vt:lpstr>
      <vt:lpstr>Number Game</vt:lpstr>
      <vt:lpstr>Flip Story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nishant ganguly</cp:lastModifiedBy>
  <cp:revision>6</cp:revision>
  <dcterms:created xsi:type="dcterms:W3CDTF">2016-09-04T11:54:55Z</dcterms:created>
  <dcterms:modified xsi:type="dcterms:W3CDTF">2026-05-23T06:22:01Z</dcterms:modified>
</cp:coreProperties>
</file>